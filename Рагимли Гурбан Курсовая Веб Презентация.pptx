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48" r:id="rId5"/>
    <p:sldId id="349" r:id="rId6"/>
    <p:sldId id="350" r:id="rId7"/>
    <p:sldId id="351" r:id="rId8"/>
    <p:sldId id="353" r:id="rId9"/>
    <p:sldId id="354" r:id="rId10"/>
    <p:sldId id="355" r:id="rId11"/>
    <p:sldId id="356" r:id="rId12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CCBE89"/>
    <a:srgbClr val="D2D592"/>
    <a:srgbClr val="F5CDCE"/>
    <a:srgbClr val="AAC4E9"/>
    <a:srgbClr val="FF985E"/>
    <a:srgbClr val="CDBE8A"/>
    <a:srgbClr val="FDFBF6"/>
    <a:srgbClr val="DF8C8C"/>
    <a:srgbClr val="D4D5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97" autoAdjust="0"/>
  </p:normalViewPr>
  <p:slideViewPr>
    <p:cSldViewPr snapToGrid="0" snapToObjects="1">
      <p:cViewPr varScale="1">
        <p:scale>
          <a:sx n="83" d="100"/>
          <a:sy n="83" d="100"/>
        </p:scale>
        <p:origin x="686" y="77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EE5CC-5438-8FB0-94A6-05C3DF79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4D6688-C06F-4955-0713-F88F28A33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32" y="945256"/>
            <a:ext cx="7732294" cy="4967488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b="1" dirty="0">
                <a:latin typeface="Montserrat" panose="00000500000000000000" pitchFamily="2" charset="-52"/>
              </a:rPr>
              <a:t>Студент: </a:t>
            </a:r>
            <a:r>
              <a:rPr lang="ru-RU" b="1" dirty="0" err="1">
                <a:latin typeface="Montserrat" panose="00000500000000000000" pitchFamily="2" charset="-52"/>
              </a:rPr>
              <a:t>Рагимли</a:t>
            </a:r>
            <a:r>
              <a:rPr lang="ru-RU" b="1" dirty="0">
                <a:latin typeface="Montserrat" panose="00000500000000000000" pitchFamily="2" charset="-52"/>
              </a:rPr>
              <a:t> Гурбан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b="1" dirty="0">
                <a:latin typeface="Montserrat" panose="00000500000000000000" pitchFamily="2" charset="-52"/>
              </a:rPr>
              <a:t>Учитель: Халилов </a:t>
            </a:r>
            <a:r>
              <a:rPr lang="ru-RU" b="1" dirty="0" err="1">
                <a:latin typeface="Montserrat" panose="00000500000000000000" pitchFamily="2" charset="-52"/>
              </a:rPr>
              <a:t>Мятляб</a:t>
            </a:r>
            <a:endParaRPr lang="ru-RU" b="1" dirty="0">
              <a:latin typeface="Montserrat" panose="00000500000000000000" pitchFamily="2" charset="-52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b="1" dirty="0">
                <a:latin typeface="Montserrat" panose="00000500000000000000" pitchFamily="2" charset="-52"/>
              </a:rPr>
              <a:t>Группа: 680.23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b="1" dirty="0">
                <a:latin typeface="Montserrat" panose="00000500000000000000" pitchFamily="2" charset="-52"/>
              </a:rPr>
              <a:t>Факультет: Информационные Технологии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b="1" dirty="0">
                <a:latin typeface="Montserrat" panose="00000500000000000000" pitchFamily="2" charset="-52"/>
              </a:rPr>
              <a:t>Предмет: Веб технологии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b="1" dirty="0">
                <a:latin typeface="Montserrat" panose="00000500000000000000" pitchFamily="2" charset="-52"/>
              </a:rPr>
              <a:t>Тема: Курсовая на тему </a:t>
            </a:r>
            <a:r>
              <a:rPr lang="en-US" b="1" dirty="0">
                <a:latin typeface="Montserrat" panose="00000500000000000000" pitchFamily="2" charset="-52"/>
              </a:rPr>
              <a:t>“</a:t>
            </a:r>
            <a:r>
              <a:rPr lang="ru-RU" b="1" dirty="0">
                <a:latin typeface="Montserrat" panose="00000500000000000000" pitchFamily="2" charset="-52"/>
              </a:rPr>
              <a:t>Разработка онлайн-системы калькулятора обменных курсов</a:t>
            </a:r>
            <a:r>
              <a:rPr lang="en-US" b="1" dirty="0">
                <a:latin typeface="Montserrat" panose="00000500000000000000" pitchFamily="2" charset="-52"/>
              </a:rPr>
              <a:t>”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b="1" dirty="0">
                <a:latin typeface="Montserrat" panose="00000500000000000000" pitchFamily="2" charset="-52"/>
              </a:rPr>
              <a:t>Проект реализован с помощью: HTML5, CSS3, JavaScript</a:t>
            </a:r>
            <a:endParaRPr lang="en-US" b="1" dirty="0">
              <a:latin typeface="Montserrat" panose="00000500000000000000" pitchFamily="2" charset="-52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b="1" dirty="0">
                <a:latin typeface="Montserrat" panose="00000500000000000000" pitchFamily="2" charset="-52"/>
              </a:rPr>
              <a:t>Среда разработки: Visual Studio Code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8C0539-6EE7-E6BC-64EF-0D5C0FFA6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018" y="1793009"/>
            <a:ext cx="3271982" cy="327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6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4110A6-8D75-7B74-A5BF-4BBF58FA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6308A8-43CA-FB93-4712-E81913C212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sz="2800" dirty="0"/>
              <a:t>Зачем нужен этот проект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/>
              <a:t>Инструменты и технологии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/>
              <a:t>Архитектура сайта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/>
              <a:t>Как работает логика калькулятора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/>
              <a:t>Проверка на ошибки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/>
              <a:t>Итоги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49E030-E9EA-75BD-C308-B2C8EDFD7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06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BEEE98-DD66-9F5E-7183-DC803F4E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263" y="214061"/>
            <a:ext cx="6583680" cy="1252789"/>
          </a:xfrm>
        </p:spPr>
        <p:txBody>
          <a:bodyPr/>
          <a:lstStyle/>
          <a:p>
            <a:r>
              <a:rPr lang="ru-RU" dirty="0"/>
              <a:t>Зачем нужен этот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A7FC1F-B8FE-5F6F-2768-5900C5ECC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1654844"/>
            <a:ext cx="7010400" cy="495701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Потребность: Людям постоянно нужно быстро переводить деньги из одной валюты в другую (покупки, поездки, аналитика)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Цель: Создать удобный, не перегруженный рекламой и графикой инструмент для мгновенного расчета.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Локализация: Особый упор сделан на поддержку национальной валюты — азербайджанского маната (AZN)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0790DA-97A7-7AE8-C3D0-49126BC69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5967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A40BF-A065-5263-8E5B-4C91892AE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2410" y="382504"/>
            <a:ext cx="7043617" cy="1092368"/>
          </a:xfrm>
        </p:spPr>
        <p:txBody>
          <a:bodyPr/>
          <a:lstStyle/>
          <a:p>
            <a:r>
              <a:rPr lang="ru-RU" dirty="0"/>
              <a:t>Инструменты и технологии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6F90FFB-0CF2-F61F-5F67-360C6EEB9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4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32E229-169D-3EB9-C265-B20CE568D30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1908385"/>
            <a:ext cx="7043618" cy="4492416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HTML5: Создание структуры и «скелета» всех страниц сайта.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CSS3: Внешний вид, адаптивность под экраны, плавные эффекты наведения.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JavaScript: Логика расчетов, обработка кликов и форм, связь с интернетом.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VS Code + Live Server: Быстрое написание кода и просмотр изменений в реальном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2768417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8C66D-D1C3-86AA-D121-8D87C1738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1681577"/>
          </a:xfrm>
        </p:spPr>
        <p:txBody>
          <a:bodyPr/>
          <a:lstStyle/>
          <a:p>
            <a:r>
              <a:rPr lang="ru-RU" dirty="0"/>
              <a:t>Архитектура сайта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32A45A-5EC2-7FDB-952F-146B8D076907}"/>
              </a:ext>
            </a:extLst>
          </p:cNvPr>
          <p:cNvSpPr txBox="1"/>
          <p:nvPr/>
        </p:nvSpPr>
        <p:spPr>
          <a:xfrm>
            <a:off x="466880" y="789981"/>
            <a:ext cx="50751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2C8F"/>
                </a:solidFill>
              </a:rPr>
              <a:t>Главная (index.html): Приветствие пользователя и кнопка быстрого старта.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2C8F"/>
                </a:solidFill>
              </a:rPr>
              <a:t>Калькулятор (calc.html): Основной экран для конвертации валютных пар.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2C8F"/>
                </a:solidFill>
              </a:rPr>
              <a:t>Курсы (rates.html): Общая таблица стоимости валют к доллару США.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2C8F"/>
                </a:solidFill>
              </a:rPr>
              <a:t>О проекте (about.html): Описание технологий и идеи сервиса с иллюстрацией.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2C8F"/>
                </a:solidFill>
              </a:rPr>
              <a:t>Контакты (contact.html): Интерактивная форма обратной связи.</a:t>
            </a:r>
          </a:p>
          <a:p>
            <a:endParaRPr lang="ru-RU" sz="2400" dirty="0">
              <a:solidFill>
                <a:srgbClr val="202C8F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685EE4-2EF8-C0CC-B939-1C0D7BEA5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06" y="2886293"/>
            <a:ext cx="6046214" cy="35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76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5A22-CE41-2552-D9AC-E477EC273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8D65B-ACE3-E033-46ED-F94EE2956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1681577"/>
          </a:xfrm>
        </p:spPr>
        <p:txBody>
          <a:bodyPr/>
          <a:lstStyle/>
          <a:p>
            <a:r>
              <a:rPr lang="ru-RU" dirty="0"/>
              <a:t>Как работает логика калькулятора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E33AB-663F-B843-1415-C59D47C85CC8}"/>
              </a:ext>
            </a:extLst>
          </p:cNvPr>
          <p:cNvSpPr txBox="1"/>
          <p:nvPr/>
        </p:nvSpPr>
        <p:spPr>
          <a:xfrm>
            <a:off x="443345" y="55017"/>
            <a:ext cx="434469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2C8F"/>
                </a:solidFill>
              </a:rPr>
              <a:t>Запросы к сети: Скрипт использует функцию </a:t>
            </a:r>
            <a:r>
              <a:rPr lang="ru-RU" sz="2400" dirty="0" err="1">
                <a:solidFill>
                  <a:srgbClr val="202C8F"/>
                </a:solidFill>
              </a:rPr>
              <a:t>fetch</a:t>
            </a:r>
            <a:r>
              <a:rPr lang="ru-RU" sz="2400" dirty="0">
                <a:solidFill>
                  <a:srgbClr val="202C8F"/>
                </a:solidFill>
              </a:rPr>
              <a:t> для связи с открытым финансовым сервером.</a:t>
            </a:r>
            <a:endParaRPr lang="en-US" sz="2400" dirty="0">
              <a:solidFill>
                <a:srgbClr val="202C8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2C8F"/>
                </a:solidFill>
              </a:rPr>
              <a:t>Автоматизация: Курсы валют (включая манат) подтягиваются с биржи в реальном времени.</a:t>
            </a:r>
            <a:endParaRPr lang="en-US" sz="2400" dirty="0">
              <a:solidFill>
                <a:srgbClr val="202C8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2C8F"/>
                </a:solidFill>
              </a:rPr>
              <a:t>Безопасность: Если интернет пропадет, сайт не сломается, а автоматически переключится на сохраненные в коде базовые курсы.</a:t>
            </a:r>
            <a:endParaRPr lang="en-US" sz="2400" dirty="0">
              <a:solidFill>
                <a:srgbClr val="202C8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2C8F"/>
                </a:solidFill>
              </a:rPr>
              <a:t>Формула: Расчет идет через кросс-курс, итог округляется до копеек (.</a:t>
            </a:r>
            <a:r>
              <a:rPr lang="ru-RU" sz="2400" dirty="0" err="1">
                <a:solidFill>
                  <a:srgbClr val="202C8F"/>
                </a:solidFill>
              </a:rPr>
              <a:t>toFixed</a:t>
            </a:r>
            <a:r>
              <a:rPr lang="ru-RU" sz="2400" dirty="0">
                <a:solidFill>
                  <a:srgbClr val="202C8F"/>
                </a:solidFill>
              </a:rPr>
              <a:t>(2)).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936111-F564-9E38-4A3B-167DA6973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041" y="3240505"/>
            <a:ext cx="6574614" cy="300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7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0472B-640E-101F-F243-CD545F3EB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846383"/>
          </a:xfrm>
        </p:spPr>
        <p:txBody>
          <a:bodyPr/>
          <a:lstStyle/>
          <a:p>
            <a:r>
              <a:rPr lang="ru-RU" dirty="0"/>
              <a:t>Проверка на ошибки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A0716FE-1E4B-094B-BC3C-7CAC71440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7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91D020-74CF-DF32-8B0A-EE95D2A72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152710" cy="3720337"/>
          </a:xfrm>
        </p:spPr>
        <p:txBody>
          <a:bodyPr>
            <a:normAutofit/>
          </a:bodyPr>
          <a:lstStyle/>
          <a:p>
            <a:r>
              <a:rPr lang="ru-RU" sz="2400" dirty="0"/>
              <a:t>Математика: Результаты расчетов проверены вручную и совпадают с банковскими приложениями.</a:t>
            </a:r>
            <a:endParaRPr lang="en-US" sz="2400" dirty="0"/>
          </a:p>
          <a:p>
            <a:r>
              <a:rPr lang="ru-RU" sz="2400" dirty="0"/>
              <a:t>Защита от некорректного ввода: Поля ввода заблокированы для букв и минусовых значений.</a:t>
            </a:r>
            <a:endParaRPr lang="en-US" sz="2400" dirty="0"/>
          </a:p>
          <a:p>
            <a:r>
              <a:rPr lang="ru-RU" sz="2400" dirty="0"/>
              <a:t>Навигация: Меню проверено на всех страницах — «битых» или тупиковых ссылок нет</a:t>
            </a:r>
            <a:endParaRPr lang="en-US" sz="2400" dirty="0"/>
          </a:p>
          <a:p>
            <a:r>
              <a:rPr lang="ru-RU" sz="2400" dirty="0"/>
              <a:t>Интерактивность: Форма контактов перехватывает данные без перезагрузки страницы и выдает сообщение об успехе.</a:t>
            </a:r>
          </a:p>
        </p:txBody>
      </p:sp>
    </p:spTree>
    <p:extLst>
      <p:ext uri="{BB962C8B-B14F-4D97-AF65-F5344CB8AC3E}">
        <p14:creationId xmlns:p14="http://schemas.microsoft.com/office/powerpoint/2010/main" val="2455043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C363F-CB44-F620-9F41-8DAA23E4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6583680" cy="826944"/>
          </a:xfrm>
        </p:spPr>
        <p:txBody>
          <a:bodyPr/>
          <a:lstStyle/>
          <a:p>
            <a:r>
              <a:rPr lang="ru-RU" dirty="0"/>
              <a:t>Итоги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DC8091-CD4A-8144-4615-EA9B7B94C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059709"/>
            <a:ext cx="6583680" cy="3982275"/>
          </a:xfrm>
        </p:spPr>
        <p:txBody>
          <a:bodyPr>
            <a:normAutofit fontScale="92500"/>
          </a:bodyPr>
          <a:lstStyle/>
          <a:p>
            <a:r>
              <a:rPr lang="ru-RU" dirty="0"/>
              <a:t>Создан полностью готовый, рабочий многостраничный сайт.</a:t>
            </a:r>
          </a:p>
          <a:p>
            <a:r>
              <a:rPr lang="ru-RU" dirty="0"/>
              <a:t>Изучены основы </a:t>
            </a:r>
            <a:r>
              <a:rPr lang="ru-RU" dirty="0" err="1"/>
              <a:t>фронтенд</a:t>
            </a:r>
            <a:r>
              <a:rPr lang="ru-RU" dirty="0"/>
              <a:t>-разработки и взаимодействия компонентов (HTML/CSS/JS).</a:t>
            </a:r>
          </a:p>
          <a:p>
            <a:r>
              <a:rPr lang="ru-RU" dirty="0"/>
              <a:t>Интерфейс сделан минималистичным и удобным, согласно требованиям задания.</a:t>
            </a:r>
          </a:p>
          <a:p>
            <a:r>
              <a:rPr lang="ru-RU" dirty="0"/>
              <a:t>Проект готов к защите и дальнейшему масштабированию.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C4F63C-2250-773E-CE65-F7DA86B3EF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6738759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{E4D749A6-6AC2-4D0E-98B2-3C4C6DF90219}tf78438558_win32</Template>
  <TotalTime>420</TotalTime>
  <Words>421</Words>
  <Application>Microsoft Office PowerPoint</Application>
  <PresentationFormat>Широкоэкранный</PresentationFormat>
  <Paragraphs>53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Calibri</vt:lpstr>
      <vt:lpstr>Courier New</vt:lpstr>
      <vt:lpstr>Montserrat</vt:lpstr>
      <vt:lpstr>Times New Roman</vt:lpstr>
      <vt:lpstr>Wingdings</vt:lpstr>
      <vt:lpstr>Пользовательская</vt:lpstr>
      <vt:lpstr>Презентация PowerPoint</vt:lpstr>
      <vt:lpstr>Оглавление</vt:lpstr>
      <vt:lpstr>Зачем нужен этот проект</vt:lpstr>
      <vt:lpstr>Инструменты и технологии</vt:lpstr>
      <vt:lpstr>Архитектура сайта</vt:lpstr>
      <vt:lpstr>Как работает логика калькулятора</vt:lpstr>
      <vt:lpstr>Проверка на ошибки</vt:lpstr>
      <vt:lpstr>Итоги работы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Qurban Rəhimli</dc:creator>
  <cp:lastModifiedBy>Qurban Rəhimli</cp:lastModifiedBy>
  <cp:revision>7</cp:revision>
  <dcterms:created xsi:type="dcterms:W3CDTF">2024-12-03T11:42:30Z</dcterms:created>
  <dcterms:modified xsi:type="dcterms:W3CDTF">2026-05-14T08:17:43Z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